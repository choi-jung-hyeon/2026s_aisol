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도입은 이미 확정. 이 발표는 '쓸지 말지'가 아니라 '어떻게 잘 쓸지'를 다룬다는 점을 첫 문장으로 선언.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기관별 계좌번호 형식 상이 질문에 대한 직접 답변. 정본 7,689/7,689을 규칙 우수성으로 읽히지 않게 단서를 반드시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학습셋과 평가셋을 분리하지 않으면 성능 개선 수치가 무효가 된다는 점을 반드시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AI솔루션팀 OJT · 2주차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 한국어 PII 마스킹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실측 및 고도화 방안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4069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테스트셋 3,000문서 · PII 스팬 28,420건 실측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56692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08. 21   |   최중현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확인했는가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E8ED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 도입은 확정 사항입니다. 본 평가는 도입 여부 판단이 아니라, 운영 기준을 세우기 위한 성능 실측입니다.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91153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2239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답을 담은 슬라이드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한국어에서 실제로 얼마나 잡는가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재현율 · 문서 단위 미탐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어디를 사람이 봐야 하는가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고유식별정보 · 미탐 심층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업무를 막는 과탐은 없는가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업무영향 과탐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끌어올릴 방법은 있는가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검토 5개 슬라이드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12064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2120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본편 후반 5개 슬라이드는 과제 범위 밖에서 추가로 검토한 성능 고도화 방안입니다.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 정렬: 개인정보보호위원회, 「가명정보 처리 가이드라인」 2026.03 별권 제7장 사례 (F1 0.95 · 식별자 제거율 99.9% · 표본검수 10%)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CRITERIA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 — 미탐이 곧 개인정보 노출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828800"/>
          </a:xfrm>
          <a:prstGeom prst="roundRect">
            <a:avLst>
              <a:gd name="adj" fmla="val 2500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주지표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585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놓친 PII = 노출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828800"/>
          </a:xfrm>
          <a:prstGeom prst="roundRect">
            <a:avLst>
              <a:gd name="adj" fmla="val 2500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 종합지표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22585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F2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1772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 4배 가중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639312" cy="1828800"/>
          </a:xfrm>
          <a:prstGeom prst="roundRect">
            <a:avLst>
              <a:gd name="adj" fmla="val 2500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92024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3순위 보조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225856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 · P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321040" y="301752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과탐은 허용 범위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776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F2 = 5PR / (4P + R)   ·   재현율에 정밀도의 4배 가중치를 부여한 F점수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9834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Accuracy는 배경 토큰이 지배해 아무것도 탐지하지 않아도 높게 나옵니다. 주지표에서 제외하고 부록에만 기재합니다.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F2는 OPF 평가 하니스가 산출하는 지표 (metrics 키 detection.span.f2) · 가중 방향은 직속 담당 수석 지시 반영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요약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1153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474720"/>
                <a:gridCol w="341071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재현율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 (가이드라인 사례)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고유식별정보 미탐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 / 4,900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4건 이내 (제거율 99.9%)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미탐 포함 문서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 / 3,000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업무영향 과탐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 / 401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93776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관찰 — ___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재현율·F1·F2는 스팬 기준 · 재현율과 미탐은 분수 표기, F1·F2는 조화평균이라 0~1 비율로 표기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3,000건 중 몇 건에 PII가 남는가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2103120"/>
          </a:xfrm>
          <a:prstGeom prst="roundRect">
            <a:avLst>
              <a:gd name="adj" fmla="val 2174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미탐 포함 문서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0428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/ 3,000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PII가 1건 이상 잔존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30952" cy="2103120"/>
          </a:xfrm>
          <a:prstGeom prst="roundRect">
            <a:avLst>
              <a:gd name="adj" fmla="val 2174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6596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마스킹 문서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304288"/>
            <a:ext cx="4782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/ 3,000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6492240" y="333756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잔존 PII 없음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1건에 PII가 1건이라도 남으면 유출 1건입니다. 스팬 재현율보다 이 수치가 실제 위험에 가깝습니다.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3035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미탐 문서 중 고유식별정보 포함 — ___ 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미탐 정의: 정답 스팬이 어떤 예측 스팬에도 포함되지 않은 경우 (재현율 축: 정답 ⊆ 예측)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고유식별정보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2103120"/>
          </a:xfrm>
          <a:prstGeom prst="roundRect">
            <a:avLst>
              <a:gd name="adj" fmla="val 2609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주민등록번호 · 외국인등록번호 · 여권번호 · 운전면허번호 미탐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/ 4,900</a:t>
            </a:r>
            <a:endParaRPr lang="en-US" sz="6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1091153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3657600"/>
                <a:gridCol w="17647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가이드라인 사례 식별자 제거율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99.9% (미탐 4건 이내)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25780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3492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반영 — 미탐이 발생한 항목은 인간 검토 대상으로 지정합니다.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개인정보보호위원회, 「가명정보 처리 가이드라인」 2026.03 별권 제7장 — 상담 데이터 개인정보 탐지 AI 모델 사례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11개 항목별 재현율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1153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2377440"/>
                <a:gridCol w="213055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스팬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3,320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1,580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여권번호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1,283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운전면허번호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계좌번호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카드번호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1,788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국문 성명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3,295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성명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2,512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2,803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주소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3,095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6,423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4개 항목이 고유식별정보 · 항목별 정밀도·F1·F2·EM·부분 노출은 부록 A8 참조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과탐 — 업무를 막는 과탐만 문제입니다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2011680"/>
          </a:xfrm>
          <a:prstGeom prst="roundRect">
            <a:avLst>
              <a:gd name="adj" fmla="val 2273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업무영향 과탐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5856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/ 401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종목코드·주문번호 마스킹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30952" cy="2011680"/>
          </a:xfrm>
          <a:prstGeom prst="roundRect">
            <a:avLst>
              <a:gd name="adj" fmla="val 2273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과탐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258568"/>
            <a:ext cx="4782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비대상 · 경계 오류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종목코드가 마스킹되면 상담 이력 추적이 불가능해집니다. 과탐 총계가 아니라 이 수치를 봐야 합니다.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1663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반영 — ___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업무영향 과탐은 정규식으로 결정적 식별 (주문번호 8자리-6자리 / 종목코드 5종) · 과탐 3분해 상세는 부록 A9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ADDITIONAL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검토 — 성능 고도화 방안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범위 밖에서 자체적으로 설계·검증한 항목입니다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ADDITIONAL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 말하지 않아도 탐지되는가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E8ED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"제 계좌번호가 977-18-990201- 이렇게 시작하는데요"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43200"/>
          <a:ext cx="1091153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2377440"/>
                <a:gridCol w="21305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절단형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구어체 삽입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띄어쓰기 파괴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89204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9834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— ___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관측셋 300건 (정본과 분리 생성, 합격 기준 산입 제외) · 사양·타당성 검토는 부록 A6·A7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ADDITIONAL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기관마다 형식이 다르면 어떻게 되는가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2011680"/>
          </a:xfrm>
          <a:prstGeom prst="roundRect">
            <a:avLst>
              <a:gd name="adj" fmla="val 2273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정규식 규칙 · 정본 3,000문서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5856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7,689 / 7,689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형식이 온전할 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30952" cy="2011680"/>
          </a:xfrm>
          <a:prstGeom prst="roundRect">
            <a:avLst>
              <a:gd name="adj" fmla="val 2273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정규식 규칙 · 부분 발화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258568"/>
            <a:ext cx="4782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75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형식이 깨질 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변수는 형식이 아니라 문맥입니다. OPF는 정규식이 아닌 문맥 기반 분류 모델입니다.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1663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조건에서 OPF 결과 — ___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레이어는 고유식별정보 4종만 대상 · 정본 전건 탐지는 테스트셋이 고정 형식으로 생성된 결과이며 규칙 방식의 일반 성능이 아님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ADDITIONAL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 ① — OPF + 규칙 레이어 병행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2377440"/>
                <a:gridCol w="21305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 단독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단독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고유식별정보 재현율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7,689 / 7,689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발화 재현율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/ 75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미탐 포함 문서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과탐 증가분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57200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6634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방식은 경쟁이 아니라 보완 관계입니다. 규칙이 고정 형식을, OPF가 문맥을 담당합니다.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553212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구제한 미탐 — ___ 건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병행 구성은 겹치는 예측 중 넓은 쪽을 채택 · 상세는 부록 A10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ADDITIONAL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 ② — 재학습 없이 민감도 조정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2377440"/>
                <a:gridCol w="21305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미탐 포함 문서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운영점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탐지 민감도 상향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탐지 민감도 하향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11480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2062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디코딩 단계의 민감도만 바꾸는 방식입니다. 재학습이 없어 운영 부담이 사실상 없습니다.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512064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DF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2120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 운영점 — ___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OPF가 공식 제공하는 기능 (Model Card §2.3.2 Operating-Point Calibration) · 설정 파일 교체만으로 적용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ADDITIONAL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 ③ — 한국어 파인튜닝 로드맵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0566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비율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 (모델카드 실측)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과제 적용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0% (미학습)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0.545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소량 학습으로 큰 폭 개선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3주차 실행 목표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65760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37490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 3,000건과 겹치지 않는 한국어 학습 데이터 23,498행을 이미 확보했습니다.</a:t>
            </a:r>
            <a:endParaRPr lang="en-US" sz="14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72000"/>
          <a:ext cx="1091153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743200"/>
                <a:gridCol w="414223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한국어 서브셋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26,498행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1주차 표집 (평가)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평가 전용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잔여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23,498행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전용 (겹침 0)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 수치는 Model Card Table 2 (SPY 데이터셋) 기준이며 한국어 실측치가 아님 · 학습·평가 분리는 평가 신뢰성 확보를 위한 필수 조건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권고 및 다음 단계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7998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검토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고유식별정보 탐지 문서 · 예측 0건 문서 우선 검토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표본검수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/ 3,000 층화 표집, 판정 4단계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입력 재실행 시 예측 전건 일치 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사용 금지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익명화·컴플라이언스 보증이 아님을 문서화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09160"/>
          <a:ext cx="10911535" cy="914400"/>
        </p:xfrm>
        <a:graphic>
          <a:graphicData uri="http://schemas.openxmlformats.org/drawingml/2006/table">
            <a:tbl>
              <a:tblPr/>
              <a:tblGrid>
                <a:gridCol w="7680960"/>
                <a:gridCol w="3227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파인튜닝 및 재평가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3주차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 상담 로그 기반 검증셋 구축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355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검토 경로 유지는 Model Card §4.5 Recommendations 명시 사항 · 표본검수 10%는 가이드라인 별권 제7장 사례 준용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2026-08-19T04:56:23Z</dcterms:created>
  <dcterms:modified xsi:type="dcterms:W3CDTF">2026-08-19T04:56:23Z</dcterms:modified>
</cp:coreProperties>
</file>