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FD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— 평가 설계 · 상세 결과 · 출처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프로토콜 — 매칭 규칙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1153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63367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TP 판정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한국어에서의 의미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⊆ 정답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조사까지 삼키면 FP (과잉 마스킹)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⊆ 예측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경계가 짧으면 FN (숫자 일부 잔존)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240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 TP와 재현율 TP는 개수가 다릅니다. 하나의 TP로 두 지표를 함께 계산하지 않습니다.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697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 3-Run 구조</a:t>
            </a:r>
            <a:endParaRPr lang="en-US" sz="12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91153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1737360"/>
                <a:gridCol w="4206240"/>
                <a:gridCol w="29535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모드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라벨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8라벨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라벨별 P / R / F1 / F2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6항목이 account_number로 수렴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untyped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11항목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재현율 (문자 커버리지)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 산출 불가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집계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11항목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정밀도 · 문서 단위 미탐 · 과탐 분해 · EM · 부분 노출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구현 (스크립트 8종)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분할: 문서 단위 통짜 입력. 최대 1,280자로 컨텍스트 한계에 도달하지 않으며, 분할 시 문맥만 손실됩니다.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규칙은 OPF 평가 하니스 소스 실측 기준 (privacy-filter opf/_eval/metrics.py)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정의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341071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재현율 (Recall)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TP / (TP + FN)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주지표. 미탐 측정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 (Precision)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TP / (TP + FP)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보조. 과탐 측정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2PR / (P + R)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 종합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5PR / (4P + R)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종합지표. 재현율 4배 가중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단위 미탐율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PII를 1건 이상 놓친 문서 수 / 전체 문서 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유출 위험에 근접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Exact Match (EM)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정답과 예측의 시작·끝이 완전 일치한 스팬 수 / 전체 정답 스팬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 정확도 진단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노출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스팬의 일부 문자만 마스킹된 건수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마스킹 결과물의 실사용 가능성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과잉 마스킹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예측이 정답 밖까지 덮은 문자 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감사 문맥 소실 정도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Accuracy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토큰 중 정답 라벨과 일치한 비율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부록 기재만. 배경 토큰 지배로 과대평가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212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EM은 항상 재현율보다 크지 않습니다. 성능 지표가 아니라 경계 진단 지표로 사용합니다.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재현율·정밀도·F1 정의는 Model Card §7.3 Metrics and Matching Rules 기준 · F2·EM·부분 노출·문서 단위 미탐율은 본 과제 자체 정의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테스트셋 사양 (1주차 산출물)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1153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7025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ai4privacy/pii-masking-openpii-1.5m 한국어 서브셋 (CC BY 4.0, 완전 합성)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규모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 26,498행 / PII 189,429건 / 라벨 36종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3,000문서 (라벨 다양성 기준, 희소 라벨 16종 전량 포함)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스팬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28,420 (주입 2,048 포함)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11개 항목 커버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 / 11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오프셋 정합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28,420 / 28,420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 검증번호 통과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/ 3,320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 검증번호 통과 (주민식 · 구 외국인식)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/ 1,580 · 0 / 1,580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 Luhn 통과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/ 1,788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 문맥 문서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1,569 / 3,000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길이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464자 / 중앙 441자 / 최대 1,280자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가명처리 기준: 개인정보보호위원회, 「가명정보 처리 가이드라인」 2026.03 · 성명 풀: NVIDIA Nemotron-Personas-Korea (CC BY 4.0)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3단 매핑 — 사내 11항목 → OPF 8라벨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1153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291840"/>
                <a:gridCol w="286207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라벨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3,320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1,580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1,283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운전면허번호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개인식별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개인식별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1,788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개인식별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국문 성명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private_person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3,295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개인식별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성명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private_person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2,512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개인식별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private_phone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2,803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개인식별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주소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private_email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3,095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개인식별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private_address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6,423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1663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6개 항목이 OPF account_number 하나로 수렴합니다. OPF 라벨 기준만으로는 주민등록번호와 카드번호를 구분할 수 없어, 사내 항목별 집계를 별도 수행합니다.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OPF 라벨 정의: Model Card §6.1 Label Taxonomy · 라벨 정책은 런타임 변경 불가하며 변경 시 파인튜닝 필요 (§4.2)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케이스 (1주차 주입)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1153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706831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경칭 결합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PB 김상우 수석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한영 혼용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김상우 수석(SANGWOO KIM)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결합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증권계좌번호는 977-18-990201-98이며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과탐지 유도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종목코드·주문번호 (정답 스팬 없음)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1,331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4747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과탐지 유도 주입 문자열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37947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주문번호 8자리-6자리 형식과 종목코드 5종(005930 · 000660 · 035420 · 207940 · 051910)을 문서 말미에 주입했습니다. 정답 스팬이 없으므로 모델이 탐지하면 전량 FP로 계산되며, 정규식으로 결정적 복원이 가능합니다.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663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케이스는 원본 문맥을 차용하되 값은 전량 가명값으로 교체한 상태에서 주입했습니다. 케이스가 포함된 문서는 별도 서브셋으로 분리 측정합니다.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케이스는 1주차 테스트셋 구축 시 설계·주입 · 케이스별 성능은 부록 A8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관측셋 — 부분 발화 프로브셋 (2주차 신규)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상담에서는 PII가 완결되지 않은 채 발화됩니다. 정본 테스트셋에는 이 조건이 없어 미탐 측정이 불가능했습니다.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5486400"/>
                <a:gridCol w="24963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(실제 수록 형태)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스팬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 절단형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 계좌번호가 977-18-990201- 이렇게 시작하는데 맞나요?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977-18-990201-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 절단형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주민번호 앞자리가 740321 인데 뒷자리는 나중에 알려드릴게요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740321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 구어체 삽입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번호가요 010에 8091에 9471이에요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010에 8091에 9471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 띄어쓰기 파괴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 010 8091 9471 로 연락 주세요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010 8091 9471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7947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규칙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1091153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714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출처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정본의 기존 가명값만 재사용. 신규 값 생성 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무효화 재검증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 0/45 · 외국인등록번호 0/10 · 카드 Luhn 0/55 통과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시드 고정(20260818). 재실행 시 바이트 동일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정본 영향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파일. 정본 문서 3,000 · 스팬 28,420 · 오프셋 정합 전건 불변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 분리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정본 결과와 합산하지 않고 별도 집계·별도 보고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예시는 실제 수록 형태이며, 원본은 과제2-1/data/probe_partial_utterance.jsonl (300건) · 값은 전량 가명값으로 실존 인물과 무관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관측셋 타당성 검토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허용되는 근거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39593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결과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신규 생성 여부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없음. 정본의 기존 가명값만 재사용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가명값은 실존 인물과 무관한 합성값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가명처리 원칙 유지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유지·검증번호 무효화 원칙 적용 후 재검증 완료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가이드라인 2026.03 가명처리 기법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성능 검증의 법적 성격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모델 성능 검증은 '과학적 연구'에 해당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가이드라인 본권 p.26 Q&amp;A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라이선스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CC BY 4.0 — 파생물 생성 허용. 출처 표기 의무 이행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ai4privacy 라이선스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산출물 무결성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정본 미변경. 1주차 검증 수치 전건 불변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SHA256 대조 확인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840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및 취급 원칙 (반드시 함께 보고)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1091153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7025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취급 원칙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설계자가 만든 문제로 설계자가 채점하는 구조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합격 기준(F1 0.95 · 제거율 99.9%) 산입에서 제외. 관측 결과로만 보고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300건은 통계적 대표성이 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모집단 성능 추정에 사용하지 않음. '이 조건에서 이런 현상이 관측됨' 수준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절단 지점·구어 표현이 설계자 선택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규칙과 시드를 공개해 재현·검증 가능하게 유지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구어 표현이 실 상담 발화 분포 기반이 아님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 상담 로그 기반 검증셋을 후속 과제로 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절단 스팬의 경계 정의가 판단 문제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후행 구분자 포함 여부를 규칙으로 고정하고 문서화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정본과 분리 생성·분리 집계하고 합격 기준에서 제외하는 조건으로 사용 가능. 정본 결과와 합산하지 않습니다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상세 결과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1153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1188720"/>
                <a:gridCol w="914400"/>
                <a:gridCol w="914400"/>
                <a:gridCol w="914400"/>
                <a:gridCol w="1188720"/>
                <a:gridCol w="112471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스팬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노출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3,320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외국인등록번호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1,580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여권번호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1,283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운전면허번호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계좌번호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1,788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국문 성명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3,295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 성명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연락처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2,803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주소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3,095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6,423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케이스별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349240"/>
          <a:ext cx="10911535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1463040"/>
                <a:gridCol w="1463040"/>
                <a:gridCol w="1280160"/>
                <a:gridCol w="13075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케이스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경칭 결합 / 한영 혼용 / 조사 결합 / 해당 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재현율·정밀도·미탐은 분수 표기 · F1·F2는 조화평균이라 0~1 비율 · 고유식별정보 미탐 확정 수치는 doc_level_miss 실측 기준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과탐 3분해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1153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1371600"/>
                <a:gridCol w="1371600"/>
                <a:gridCol w="29535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버킷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해석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 설계상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날짜·나이·성별 등 사내 마스킹 비대상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차이. 모델 결함 아님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 업무영향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종목코드·주문번호 (주입 401문서)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마스킹 시 상담 이력 추적 불가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B3 순수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 오류·일반명사 과탐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모델 오류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2461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B1의 배경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35661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데이터셋의 36개 라벨 중 20종(DATE 21,077 · AGE 9,733 · GENDER 5,433 등, 원본 PII의 22.70%)은 사내 11개 항목에 대응하지 않아 정답 스팬이 없습니다. OPF가 이를 탐지하면 전량 FP로 계산되며, 이는 의도된 설계입니다.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2976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B2의 식별 방법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46177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주입 문자열이 결정적이라 정규식으로 완전 복원됩니다 — 주문번호 8자리-6자리 형식, 종목코드 5종.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5257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Card §4.4는 금융을 고위험 배포 영역으로 지정하며, 미탐은 노출을 과탐은 감사에 필요한 문맥 소실을 초래해 양쪽 모두 비용이 있음을 명시합니다.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Model Card for OpenAI Privacy Filter §4.4 High-Risk Deployment Caution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레이어 및 병행 구성 상세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1153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14223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기반 (정규식)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문맥 기반 (OPF)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고유식별정보 4종만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8개 라벨 전체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기관별 형식 상이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형식별 규칙을 모두 등록해야 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발화·형식 파괴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/ 75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단서 없이 값만 등장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형식이 맞으면 탐지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형식 등장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규칙 추가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재학습 없이 대응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703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레이어 실측 (2026-08-18)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23360"/>
          <a:ext cx="1091153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  <a:gridCol w="32278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고유식별 4종 재현율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정본 3,000문서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7,689 / 7,689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발화 프로브셋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/ 75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5257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정본에서의 전건 탐지는 테스트셋이 고정 형식으로 생성된 결과이며, 규칙 방식의 일반적 성능이 아닙니다. 주민등록번호와 외국인등록번호는 형식이 동일해 정규식만으로는 구분되지 않습니다.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레이어는 본 과제에서 대조군으로 자체 구현 · 검증번호 통과 여부는 탐지 조건에서 제외 (테스트셋 값이 무효화되어 있음)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모델카드 인용 수치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120640"/>
                <a:gridCol w="249631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PII-Masking-300k baseline (전 라벨)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 0.940 / R 0.980 / F1 0.960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 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언어별 벤치마크 수록 언어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네덜란드·영어·프랑스·독일·이탈리아·스페인 6개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 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다국어 한국어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 0.887 / P 0.903 / F1 0.895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 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단서 선행 다국어 한국어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 0.651 / R 0.821 (12개 언어 중 정밀도 최하위)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 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단서 없는 조건 전체 재현율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0.584 (단서 있을 때 0.863)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 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account_number 단서 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 0.750 / R 0.797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 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private_address 단서 없음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 0.821 / R 0.214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 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파인튜닝 효율 (SPY)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0% F1 0.545 → 1% 0.879 → 10% 0.962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 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적대적 포맷 정밀도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line_breaks 0.453 · phonetic_alphabet 0.273 · spacing 0.699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 11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03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한국어는 언어별 벤치마크(Table 6)에 포함되지 않습니다. F1 0.960은 한국어 수치가 아니며, 모델카드는 비영어·비라틴 문자에서 성능 저하 가능성을 명시합니다(§4.2).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OpenAI, "Model Card for OpenAI Privacy Filter", 2026.04.22 · Apache 2.0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컴플라이언스 근거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1153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  <a:gridCol w="26791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합격 기준 정렬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상담(비정형·음성)데이터 내 개인정보 탐지 AI 모델 개발 사례 — F1 0.95, 식별자 제거율 99.9%, 통계적 표본검수 10%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가이드라인 별권 제7장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가이드라인 성격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보호법 준수 시 미준수를 사유로 처벌받지 않음 (권고 성격)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가이드라인 본권 p.3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모델 성능 검증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'과학적 연구'에 해당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가이드라인 본권 p.26 Q&amp;A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추가검수 방식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전수 · 부분 · 통계적 표본 · 휴리스틱 표본 4종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가이드라인 본권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비정형데이터 위험도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위험도 상향 권장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가이드라인 본권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사용 금지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익명화·컴플라이언스·안전 보증이 아님. 고민감 워크플로우는 인간 검토 경로 유지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 Card §3.2 · §4.5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Apache 2.0 (상업 배포 허용)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 Card §1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표기: 개인정보보호위원회, 「가명정보 처리 가이드라인」 2026.03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및 재현 절차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1153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  <a:gridCol w="2679192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데이터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원본이 완전 합성이라 실무 문서 장르와 차이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 상담 로그 기반 소규모 검증셋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표집 편향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다양성 우선 표집으로 행당 PII가 전체 7.15 대비 15.99 (2.2배)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 표집 셋 추가 측정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데이터 비중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26,498 / 1,636,375 (30개 언어 중 24위)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파인튜닝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검증식 적용 범위 오류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1주차 산출물에서 외국인등록번호 무효화가 주민등록번호 검증식 기준으로만 적용 — 1,580건 중 166건이 구 외국인식 통과. 2주차 준비 중 자체 발견 후 보완 완료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스크립트 검증 로직 정비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결과: 변경 166건 전부 외국인등록번호, 그 외 항목 0건. 문서 수·스팬 총계·11항목 빈도·오프셋 정합·금융 문맥·난이도 분포 전건 불변. 값은 전량 합성이라 실질 위험은 없었습니다.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4846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절차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1663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고정(random.seed(20260814))으로 동일 입력에 대해 동일 산출물이 재현됩니다. 프로브셋·표본검수 시트도 시드 고정이며 재실행 시 바이트 동일을 확인했습니다.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산출물 및 재현 스크립트는 사내 저장소 과제2-1 디렉토리 참조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4300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313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OpenAI, "Model Card for OpenAI Privacy Filter", 2026.04.22 (Apache 2.0)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ai4privacy/pii-masking-openpii-1.5m (Ai4Privacy, CC BY 4.0) 한국어 서브셋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 성명 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NVIDIA, Nemotron-Personas-Korea (CC BY 4.0)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가명처리 기준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개인정보보호위원회, 「가명정보 처리 가이드라인」 2026.03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로마자 표기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「국어의 로마자 표기법」 제3장 제4항 (인명은 음운 변화를 표기에 반영하지 않음)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하니스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5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OPF 공식 저장소 평가 모듈 소스 (매칭 규칙·지표 정의 확인)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006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시 필수 표기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5120640"/>
            <a:ext cx="10911535" cy="914400"/>
          </a:xfrm>
          <a:prstGeom prst="roundRect">
            <a:avLst>
              <a:gd name="adj" fmla="val 5000"/>
            </a:avLst>
          </a:prstGeom>
          <a:solidFill>
            <a:srgbClr val="F5F7FC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2578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데이터셋은 ai4privacy/pii-masking-openpii-1.5m (Ai4Privacy, CC BY 4.0)의 한국어 서브셋을 가공하여 제작하였습니다.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가명처리 기준: 개인정보보호위원회, 「가명정보 처리 가이드라인」 2026.03.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6400800"/>
            <a:ext cx="10911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 BY 4.0 준수를 위해 발표 자료 및 산출물 배포 시 위 문구를 포함합니다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2026-08-19T04:56:23Z</dcterms:created>
  <dcterms:modified xsi:type="dcterms:W3CDTF">2026-08-19T04:56:23Z</dcterms:modified>
</cp:coreProperties>
</file>